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PROYECTO INTEGRADOR · DESARROLLO DE SOFTWARE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spc="-76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SIGAD: </a:t>
            </a:r>
            <a:pPr algn="l" indent="0" marL="0">
              <a:lnSpc>
                <a:spcPct val="90000"/>
              </a:lnSpc>
              <a:buNone/>
            </a:pPr>
            <a:r>
              <a:rPr lang="en-US" sz="7600" spc="-76" kern="0" dirty="0">
                <a:solidFill>
                  <a:srgbClr val="3E4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gestión documental inteligente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711182" y="3637459"/>
            <a:ext cx="5384566" cy="19050"/>
          </a:xfrm>
          <a:prstGeom prst="roundRect">
            <a:avLst>
              <a:gd name="adj" fmla="val 49999"/>
            </a:avLst>
          </a:prstGeom>
          <a:solidFill>
            <a:srgbClr val="183B56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4094659"/>
            <a:ext cx="7365816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5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 repositorio que transforma documentos en contenido procesable, respuestas útiles y control operativo.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11182" y="5984280"/>
            <a:ext cx="113789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Sistema de gestión documental inteligente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417442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 PUNTO DE PARTIDA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3564841" cy="1237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repositorio deja de ser almacenamiento pasivo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2487017"/>
            <a:ext cx="3564841" cy="11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 información documental empieza a convertirse en conocimiento accesible.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885508" y="660400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Problema.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Los archivos corporativos concentran información, pero no siempre la convierten en conocimiento accesible.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85508" y="2633067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Oportunidad.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Procesar documentos no estructurados para clasificar, resumir, extraer y responder.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85508" y="4605834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Resultado buscado.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Pasar de localizar archivos a obtener respuestas útiles sobre su contenido.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60109" y="2461617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60109" y="4434384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ARQUITECTURA FUNCIONAL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SIGAD conecta seis capacidades en un mismo sistema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9585" y="1827212"/>
            <a:ext cx="3505112" cy="172323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4529" y="2036762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4529" y="2449513"/>
            <a:ext cx="3644809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Acceso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4529" y="2939653"/>
            <a:ext cx="303522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Autenticación y control diferenciado para usuarios y administradores.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19489" y="1827212"/>
            <a:ext cx="3352716" cy="172323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434" y="2036762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54434" y="2449513"/>
            <a:ext cx="3492413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Repositorio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54434" y="2939653"/>
            <a:ext cx="34924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Carpetas y gestión de archivos corporativos.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6998" y="1827212"/>
            <a:ext cx="3505112" cy="172323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942" y="2036762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11942" y="2449513"/>
            <a:ext cx="3644809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Inteligencia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11942" y="2939653"/>
            <a:ext cx="303522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Extracción, análisis técnico y almacenamiento de resultados estructurados.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585" y="3855244"/>
            <a:ext cx="3505112" cy="172323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529" y="40647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4529" y="4477544"/>
            <a:ext cx="3644809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Automatización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4529" y="4967684"/>
            <a:ext cx="303522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Clasificación, resúmenes y extracción de datos relevantes.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19489" y="3855244"/>
            <a:ext cx="3352716" cy="172323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434" y="40647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54434" y="4477544"/>
            <a:ext cx="3492413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Consulta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54434" y="4967684"/>
            <a:ext cx="2882828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Búsqueda integrada y preguntas en lenguaje natural.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76998" y="3855244"/>
            <a:ext cx="3505112" cy="172323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1942" y="4064794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11942" y="4477544"/>
            <a:ext cx="3644809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7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Control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11942" y="4967684"/>
            <a:ext cx="303522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Dashboard, errores y trazabilidad del procesamiento.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documento recorre un ciclo completo, no una carpeta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1182" y="1339552"/>
            <a:ext cx="7365816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5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Desde el acceso según el rol hasta la recuperación para búsqueda y consulta conversacional.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11182" y="290343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1182" y="3443188"/>
            <a:ext cx="2560177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20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Acceso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1182" y="4054673"/>
            <a:ext cx="19505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 usuario ingresa según su rol.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8164" y="290343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068164" y="3443188"/>
            <a:ext cx="2357081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20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Organización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68164" y="4054673"/>
            <a:ext cx="174749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Crea carpetas y administra el repositorio.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22050" y="290343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222050" y="3443188"/>
            <a:ext cx="2357081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20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Ingesta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22050" y="4054673"/>
            <a:ext cx="174749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Carga documentos PDF, DOCX o TXT.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75936" y="290343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375936" y="3443188"/>
            <a:ext cx="2357081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20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Procesamiento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75936" y="4054673"/>
            <a:ext cx="174749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 pipeline extrae y analiza el contenido.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29822" y="290343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529822" y="3443188"/>
            <a:ext cx="2560177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20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Recuperación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29822" y="4054673"/>
            <a:ext cx="19505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La información queda disponible para búsqueda y consulta conversacional.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58619" y="2903438"/>
            <a:ext cx="12700" cy="1791196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12505" y="2903438"/>
            <a:ext cx="12700" cy="1791196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66391" y="2903438"/>
            <a:ext cx="12700" cy="1791196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20277" y="2903438"/>
            <a:ext cx="12700" cy="1791196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660400"/>
            <a:ext cx="11378915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2400" spc="240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 PUNTO DE INFLEXIÓN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1182" y="3097312"/>
            <a:ext cx="10769331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4600" spc="-46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La inteligencia ocurre en el </a:t>
            </a:r>
            <a:pPr algn="ctr" indent="0" marL="0">
              <a:lnSpc>
                <a:spcPct val="90000"/>
              </a:lnSpc>
              <a:buNone/>
            </a:pPr>
            <a:r>
              <a:rPr lang="en-US" sz="4600" spc="-46" kern="0" dirty="0">
                <a:solidFill>
                  <a:srgbClr val="3E4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pipeline.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711182" y="5938838"/>
            <a:ext cx="431690" cy="12601"/>
          </a:xfrm>
          <a:prstGeom prst="roundRect">
            <a:avLst>
              <a:gd name="adj" fmla="val 49998"/>
            </a:avLst>
          </a:prstGeom>
          <a:solidFill>
            <a:srgbClr val="25303A">
              <a:alpha val="2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PIPELINE DE 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10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800" spc="-19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pipeline convierte documentos en resultados estructurados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495649"/>
            <a:ext cx="2743131" cy="635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82" y="2616299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17974"/>
            <a:ext cx="274313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Extracción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3796109"/>
            <a:ext cx="274313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Uso de OCR y parsers para transformar archivos en texto procesable.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52716" y="2495649"/>
            <a:ext cx="2743131" cy="635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013" y="2616299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2716" y="3317974"/>
            <a:ext cx="274313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Análisis NLP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352716" y="3796109"/>
            <a:ext cx="274313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Servicios y modelos de procesamiento de lenguaje natural interpretan el contenido.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95848" y="2495649"/>
            <a:ext cx="2743131" cy="635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5" y="2616299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95848" y="3317974"/>
            <a:ext cx="274313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Resultados estructurados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095848" y="3796109"/>
            <a:ext cx="274313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Los resultados se almacenan de forma estructurada para reutilizarlos.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38979" y="2495649"/>
            <a:ext cx="2743131" cy="635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276" y="2616299"/>
            <a:ext cx="431789" cy="431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38979" y="3317974"/>
            <a:ext cx="274313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Recuperación inteligente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838979" y="3796109"/>
            <a:ext cx="274313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Esquemas RAG y búsquedas vectoriales conectan preguntas con evidencia documental.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343191" y="2495649"/>
            <a:ext cx="19050" cy="2127052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6086323" y="2495649"/>
            <a:ext cx="19050" cy="2127052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8829454" y="2495649"/>
            <a:ext cx="19050" cy="2127052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AUTOMATIZACIÓN DOCUMENTAL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824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La automatización reduce el trabajo repetitivo de cada documento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2049165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588915"/>
            <a:ext cx="617204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Clasificación automática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067050"/>
            <a:ext cx="678163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Organiza cada documento en un mínimo de tres categorías.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38819" y="2049165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238819" y="2588915"/>
            <a:ext cx="434329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Resumen por documento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8819" y="3067050"/>
            <a:ext cx="4952876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Condensa el contenido para una lectura rápida.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3799780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09585" y="4339530"/>
            <a:ext cx="397748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Extracción de información clave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4817666"/>
            <a:ext cx="397748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Identifica datos relevantes sin revisar el archivo completo.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4254" y="3799780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044254" y="4339530"/>
            <a:ext cx="653785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Valor operativo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44254" y="4817666"/>
            <a:ext cx="714744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 repositorio empieza a entregar contexto, no solo enlaces de descarga.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00700" y="2049165"/>
            <a:ext cx="19050" cy="1522016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561655"/>
            <a:ext cx="4206075" cy="1905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806135" y="3571180"/>
            <a:ext cx="19050" cy="1797546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15660" y="3561655"/>
            <a:ext cx="6766450" cy="1905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 ARCHIVO A INTENCIÓN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7560"/>
            <a:ext cx="10972526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Buscar ya no significa recordar el nombre del archivo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9585" y="1827212"/>
            <a:ext cx="5120452" cy="2529582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28" y="2087563"/>
            <a:ext cx="45489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Encontrar un archivo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5328" y="2610148"/>
            <a:ext cx="4548967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5328" y="2851448"/>
            <a:ext cx="4548967" cy="125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Motor integrado: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permite localizar información dentro del repositorio.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Experiencia objetivo: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pasar de una búsqueda por archivo a una consulta por intención.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61559" y="1827212"/>
            <a:ext cx="5120552" cy="25295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61559" y="1827212"/>
            <a:ext cx="5120552" cy="19050"/>
          </a:xfrm>
          <a:prstGeom prst="rect">
            <a:avLst/>
          </a:prstGeom>
          <a:solidFill>
            <a:srgbClr val="245A92"/>
          </a:solidFill>
          <a:ln/>
        </p:spPr>
      </p:sp>
      <p:sp>
        <p:nvSpPr>
          <p:cNvPr id="10" name="Shape 8"/>
          <p:cNvSpPr/>
          <p:nvPr/>
        </p:nvSpPr>
        <p:spPr>
          <a:xfrm>
            <a:off x="11575760" y="1827212"/>
            <a:ext cx="6350" cy="2529582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61559" y="4350445"/>
            <a:ext cx="5120552" cy="635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61559" y="1827212"/>
            <a:ext cx="6350" cy="2529582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47302" y="2100263"/>
            <a:ext cx="454906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Obtener una respuesta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47302" y="2622848"/>
            <a:ext cx="4548967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47302" y="2864148"/>
            <a:ext cx="4549066" cy="125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Asistente conversacional: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responde preguntas en lenguaje natural sobre el contenido documental.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Base técnica: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recuperación semántica apoyada en representaciones vectoriales y esquemas RAG.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417442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BASE DE LA SOLUCIÓN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3564841" cy="164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183B56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La solución se sostiene en ingeniería, no solo en modelos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2899470"/>
            <a:ext cx="3564841" cy="149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 sistema integra fundamentos, servicios especializados, recuperación y calidad operativa.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885508" y="660400"/>
            <a:ext cx="717919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Fundamentos.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Análisis de requisitos y modelado de datos.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85508" y="2002135"/>
            <a:ext cx="717919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Servicios especializados.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NLP, OCR y parsers integrados al flujo documental.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85508" y="3343870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Arquitectura de recuperación.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RAG y búsquedas vectoriales para conectar preguntas y documentos.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85508" y="4961235"/>
            <a:ext cx="656960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Calidad operativa.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Planes de prueba, control de calidad y manuales de despliegue.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0109" y="1830685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60109" y="3172420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60109" y="4789785"/>
            <a:ext cx="6620404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15947" cy="6858000"/>
          </a:xfrm>
          <a:custGeom>
            <a:avLst/>
            <a:gdLst/>
            <a:ahLst/>
            <a:cxnLst/>
            <a:rect l="l" t="t" r="r" b="b"/>
            <a:pathLst>
              <a:path w="3715947" h="6858000">
                <a:moveTo>
                  <a:pt x="22228" y="0"/>
                </a:moveTo>
                <a:lnTo>
                  <a:pt x="3715947" y="0"/>
                </a:lnTo>
                <a:lnTo>
                  <a:pt x="3715947" y="6858000"/>
                </a:lnTo>
                <a:lnTo>
                  <a:pt x="22228" y="6858000"/>
                </a:lnTo>
                <a:arcTo hR="22229" wR="22228" stAng="5400000" swAng="5400000"/>
                <a:lnTo>
                  <a:pt x="0" y="22229"/>
                </a:lnTo>
                <a:arcTo hR="22229" wR="22228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660400"/>
            <a:ext cx="328415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05" kern="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GOBIERNO OPERATIVO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1182" y="1008360"/>
            <a:ext cx="2674573" cy="1237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14" kern="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El control cierra el ciclo de gestión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11182" y="5608439"/>
            <a:ext cx="267457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21" kern="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Estado, responsabilidades, errores y trazabilidad permanecen visibles durante el procesamiento.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73036" y="660400"/>
          <a:ext cx="9143771" cy="914400"/>
        </p:xfrm>
        <a:graphic>
          <a:graphicData uri="http://schemas.openxmlformats.org/drawingml/2006/table">
            <a:tbl>
              <a:tblPr/>
              <a:tblGrid>
                <a:gridCol w="2265318"/>
                <a:gridCol w="3580664"/>
                <a:gridCol w="1461495"/>
              </a:tblGrid>
              <a:tr h="41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CAPACIDAD DE CONTROL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QUÉ PERMITE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spc="105" kern="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ALCANCE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72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Dashboard interactivo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Muestra indicadores del estado del repositorio.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Estado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72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Roles diferenciados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Usuarios y administradores operan con responsabilidades distintas.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Responsabilidades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46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Registro de errores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Documenta fallos y facilita su seguimiento.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Seguimiento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721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Trazabilidad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Permite conocer qué ocurrió durante el procesamiento de cada documento.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Procesamiento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714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Alcance operativo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Crear carpetas, cargar, consultar, descargar y eliminar archivos.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3B56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Gestión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3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73036" y="5923657"/>
            <a:ext cx="7917061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5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SIGAD conecta la operación documental con el control de todo el ciclo.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2" kern="0" dirty="0">
                <a:solidFill>
                  <a:srgbClr val="183B5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2026-09-11T20:10:27Z</dcterms:created>
  <dcterms:modified xsi:type="dcterms:W3CDTF">2026-09-11T20:10:27Z</dcterms:modified>
</cp:coreProperties>
</file>